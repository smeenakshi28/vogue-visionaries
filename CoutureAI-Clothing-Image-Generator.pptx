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etrona"/>
      <p:regular r:id="rId15"/>
    </p:embeddedFon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707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CoutureAI: Clothing Image Generator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17576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presentation covers the use of Stable Diffusion for clothing image generation.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5671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We'll explore CoutureAI's architecture, workflow, challenges, and applications.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1254"/>
            <a:ext cx="77521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Overview of Stable Diffusion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7224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Generative Model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321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Diffusion is a deep learning generative model.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8834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used for creating detailed images from text descriptions.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7224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Diffusion Process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99521" y="43213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involves adding noise to an image and then reversing it.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2512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creates new images based on the input prompt.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9793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Applying Stable Diffusion to Clothing Generation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681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8903" y="3758208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017306" y="3681770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Training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017306" y="418992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Stable Diffusion on a large dataset of clothing images.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681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5695" y="3758208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0908983" y="3681770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Textual Inversion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908983" y="418992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textual inversion to embed new clothing styles into the model.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6060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4257" y="5837039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17306" y="57606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Refinement Process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017306" y="626876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the generated images for high quality and detail.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38732"/>
            <a:ext cx="958929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Challenges and Considerations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223153"/>
            <a:ext cx="4196358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457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Fabric Detail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8224" y="596574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realistic fabric textures can be challenging.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23153"/>
            <a:ext cx="4196358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457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Style Consistency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51396" y="596574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style consistency across different poses is essential.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3153"/>
            <a:ext cx="4196358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457587"/>
            <a:ext cx="35175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Computational Resources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874568" y="5965746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and inference require significant computational power.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36050"/>
            <a:ext cx="1104542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Architecture and Workflow of CoutureAI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720471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678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 Text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20604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a text description of the desired clothing.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357" y="4720471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9678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Stable Diffusion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368171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the text using Stable Diffusion to generate a base image.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4720471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9678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Refinement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15738" y="647604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the image using post-processing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3680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Generating Diverse Clothing Designs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652361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46151"/>
            <a:ext cx="2291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Dresses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280190" y="4954310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various dress styles, from casual to formal.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65236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446151"/>
            <a:ext cx="229207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Shirts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8912304" y="4954310"/>
            <a:ext cx="22920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different shirt designs, including patterns and colors.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65236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446151"/>
            <a:ext cx="22919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Pants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1544538" y="4954310"/>
            <a:ext cx="22919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diverse pant styles, such as jeans, trousers and leggings.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8655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Applications and Use Cases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605111" y="2815233"/>
            <a:ext cx="30480" cy="4427696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3310295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30703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3913" y="3146822"/>
            <a:ext cx="1528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67888" y="30420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E-commerce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67888" y="3550206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try-on experiences for online shopping.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861798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6218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029" y="4698325"/>
            <a:ext cx="202525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867888" y="45935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Fashion Design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867888" y="5101709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prototyping of new clothing designs.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413302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61733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267" y="6249829"/>
            <a:ext cx="202168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867888" y="61450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Gaming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67888" y="6653213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clothing for virtual avatars.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368"/>
            <a:ext cx="97351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Developments and Roadmap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601986" y="42781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Detail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786313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fabric and texture quality.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80353" y="4212193"/>
            <a:ext cx="12132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28704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Style Transfer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937790" y="337863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advanced style transfer capabilities.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59604" y="3261122"/>
            <a:ext cx="16073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3230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3D Generation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937790" y="583120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3D clothing model generation.</a:t>
            </a:r>
            <a:endParaRPr lang="en-US" sz="1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3949" y="5987296"/>
            <a:ext cx="1604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2025-02-11T11:16:50Z</dcterms:created>
  <dcterms:modified xsi:type="dcterms:W3CDTF">2025-02-11T11:16:50Z</dcterms:modified>
</cp:coreProperties>
</file>